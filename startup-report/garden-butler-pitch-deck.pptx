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7869a4f0454a3e" /><Relationship Type="http://schemas.openxmlformats.org/officeDocument/2006/relationships/extended-properties" Target="/docProps/app.xml" Id="Rcaba40decd8849d2" /><Relationship Type="http://schemas.openxmlformats.org/officeDocument/2006/relationships/officeDocument" Target="/ppt/presentation.xml" Id="R568acf8a6df5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d529687239447b"/>
  </p:sldMasterIdLst>
  <p:notesMasterIdLst>
    <p:notesMasterId xmlns:r="http://schemas.openxmlformats.org/officeDocument/2006/relationships" r:id="R6ee5be78cd7849e2"/>
  </p:notesMasterIdLst>
  <p:sldIdLst>
    <p:sldId xmlns:r="http://schemas.openxmlformats.org/officeDocument/2006/relationships" id="256" r:id="R50210d5192da4fae"/>
    <p:sldId xmlns:r="http://schemas.openxmlformats.org/officeDocument/2006/relationships" id="257" r:id="R8acefb22164643d5"/>
    <p:sldId xmlns:r="http://schemas.openxmlformats.org/officeDocument/2006/relationships" id="258" r:id="Rf5d6577e8c204854"/>
    <p:sldId xmlns:r="http://schemas.openxmlformats.org/officeDocument/2006/relationships" id="259" r:id="R4768dff4dbc44427"/>
    <p:sldId xmlns:r="http://schemas.openxmlformats.org/officeDocument/2006/relationships" id="260" r:id="Rf484a8df367a4a83"/>
    <p:sldId xmlns:r="http://schemas.openxmlformats.org/officeDocument/2006/relationships" id="261" r:id="R52e441811ed94ab8"/>
    <p:sldId xmlns:r="http://schemas.openxmlformats.org/officeDocument/2006/relationships" id="262" r:id="R6587cea8a9014943"/>
    <p:sldId xmlns:r="http://schemas.openxmlformats.org/officeDocument/2006/relationships" id="263" r:id="R511171932a6f4b0c"/>
    <p:sldId xmlns:r="http://schemas.openxmlformats.org/officeDocument/2006/relationships" id="264" r:id="R1a8a11d564f6447a"/>
    <p:sldId xmlns:r="http://schemas.openxmlformats.org/officeDocument/2006/relationships" id="265" r:id="Rd341e25037d849e9"/>
    <p:sldId xmlns:r="http://schemas.openxmlformats.org/officeDocument/2006/relationships" id="266" r:id="R3480f4b2602c4d87"/>
    <p:sldId xmlns:r="http://schemas.openxmlformats.org/officeDocument/2006/relationships" id="267" r:id="R80789b3b171444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7d5da0e924fbc" /><Relationship Type="http://schemas.openxmlformats.org/officeDocument/2006/relationships/slideMaster" Target="/ppt/slideMasters/slideMaster1.xml" Id="Raad529687239447b" /><Relationship Type="http://schemas.openxmlformats.org/officeDocument/2006/relationships/notesMaster" Target="/ppt/notesMasters/notesMaster1.xml" Id="R6ee5be78cd7849e2" /><Relationship Type="http://schemas.openxmlformats.org/officeDocument/2006/relationships/presProps" Target="/ppt/presProps.xml" Id="R5fae1cf94225408b" /><Relationship Type="http://schemas.openxmlformats.org/officeDocument/2006/relationships/viewProps" Target="/ppt/viewProps.xml" Id="Re6d202ef594b4fc3" /><Relationship Type="http://schemas.openxmlformats.org/officeDocument/2006/relationships/tableStyles" Target="/ppt/tableStyles.xml" Id="R1a6a1fb69abd41f3" /><Relationship Type="http://schemas.openxmlformats.org/officeDocument/2006/relationships/slide" Target="/ppt/slides/slide1.xml" Id="R50210d5192da4fae" /><Relationship Type="http://schemas.openxmlformats.org/officeDocument/2006/relationships/slide" Target="/ppt/slides/slide2.xml" Id="R8acefb22164643d5" /><Relationship Type="http://schemas.openxmlformats.org/officeDocument/2006/relationships/slide" Target="/ppt/slides/slide3.xml" Id="Rf5d6577e8c204854" /><Relationship Type="http://schemas.openxmlformats.org/officeDocument/2006/relationships/slide" Target="/ppt/slides/slide4.xml" Id="R4768dff4dbc44427" /><Relationship Type="http://schemas.openxmlformats.org/officeDocument/2006/relationships/slide" Target="/ppt/slides/slide5.xml" Id="Rf484a8df367a4a83" /><Relationship Type="http://schemas.openxmlformats.org/officeDocument/2006/relationships/slide" Target="/ppt/slides/slide6.xml" Id="R52e441811ed94ab8" /><Relationship Type="http://schemas.openxmlformats.org/officeDocument/2006/relationships/slide" Target="/ppt/slides/slide7.xml" Id="R6587cea8a9014943" /><Relationship Type="http://schemas.openxmlformats.org/officeDocument/2006/relationships/slide" Target="/ppt/slides/slide8.xml" Id="R511171932a6f4b0c" /><Relationship Type="http://schemas.openxmlformats.org/officeDocument/2006/relationships/slide" Target="/ppt/slides/slide9.xml" Id="R1a8a11d564f6447a" /><Relationship Type="http://schemas.openxmlformats.org/officeDocument/2006/relationships/slide" Target="/ppt/slides/slide10.xml" Id="Rd341e25037d849e9" /><Relationship Type="http://schemas.openxmlformats.org/officeDocument/2006/relationships/slide" Target="/ppt/slides/slide11.xml" Id="R3480f4b2602c4d87" /><Relationship Type="http://schemas.openxmlformats.org/officeDocument/2006/relationships/slide" Target="/ppt/slides/slide12.xml" Id="R80789b3b1714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56719e5f547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27d74020d4dd5" /><Relationship Type="http://schemas.openxmlformats.org/officeDocument/2006/relationships/notesMaster" Target="/ppt/notesMasters/notesMaster1.xml" Id="R19600d17ffc8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ea067748234fb5" /><Relationship Type="http://schemas.openxmlformats.org/officeDocument/2006/relationships/notesMaster" Target="/ppt/notesMasters/notesMaster1.xml" Id="R34387ecad8d8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bde31c6344f5a" /><Relationship Type="http://schemas.openxmlformats.org/officeDocument/2006/relationships/notesMaster" Target="/ppt/notesMasters/notesMaster1.xml" Id="R1079cde2fb52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5afc048d049ea" /><Relationship Type="http://schemas.openxmlformats.org/officeDocument/2006/relationships/notesMaster" Target="/ppt/notesMasters/notesMaster1.xml" Id="R5886774c302644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d176d144eb49de" /><Relationship Type="http://schemas.openxmlformats.org/officeDocument/2006/relationships/notesMaster" Target="/ppt/notesMasters/notesMaster1.xml" Id="Radd17c136ad3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be1ea1ec0456f" /><Relationship Type="http://schemas.openxmlformats.org/officeDocument/2006/relationships/notesMaster" Target="/ppt/notesMasters/notesMaster1.xml" Id="Rfa39cfbbfa514a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dea402058a4581" /><Relationship Type="http://schemas.openxmlformats.org/officeDocument/2006/relationships/notesMaster" Target="/ppt/notesMasters/notesMaster1.xml" Id="R6166644651a141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e8cf261d8f4ee5" /><Relationship Type="http://schemas.openxmlformats.org/officeDocument/2006/relationships/notesMaster" Target="/ppt/notesMasters/notesMaster1.xml" Id="Rff47e2c0044040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b1e9f3049b4981" /><Relationship Type="http://schemas.openxmlformats.org/officeDocument/2006/relationships/notesMaster" Target="/ppt/notesMasters/notesMaster1.xml" Id="R0848743203aa4f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4436abcbc4d8e" /><Relationship Type="http://schemas.openxmlformats.org/officeDocument/2006/relationships/notesMaster" Target="/ppt/notesMasters/notesMaster1.xml" Id="Reed2a131c28847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7d18f5f8874e41" /><Relationship Type="http://schemas.openxmlformats.org/officeDocument/2006/relationships/notesMaster" Target="/ppt/notesMasters/notesMaster1.xml" Id="R80ecdcd929a545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c5de2ff164a5c" /><Relationship Type="http://schemas.openxmlformats.org/officeDocument/2006/relationships/notesMaster" Target="/ppt/notesMasters/notesMaster1.xml" Id="Rc5c6490f8fbb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519426319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8d7c2fd2124e12" /><Relationship Type="http://schemas.openxmlformats.org/officeDocument/2006/relationships/slideLayout" Target="/ppt/slideLayouts/slideLayout1.xml" Id="R1e2c536ba878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2c536ba878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e8ae37da4dfa" /><Relationship Type="http://schemas.openxmlformats.org/officeDocument/2006/relationships/notesSlide" Target="/ppt/notesSlides/notesSlide1.xml" Id="R3091d36202e247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e8a84067e499a" /><Relationship Type="http://schemas.openxmlformats.org/officeDocument/2006/relationships/notesSlide" Target="/ppt/notesSlides/notesSlide2.xml" Id="R351a7e89a33347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ddead6b44bb2" /><Relationship Type="http://schemas.openxmlformats.org/officeDocument/2006/relationships/notesSlide" Target="/ppt/notesSlides/notesSlide3.xml" Id="R75fa6bda453b4a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ee33a847a42c7" /><Relationship Type="http://schemas.openxmlformats.org/officeDocument/2006/relationships/notesSlide" Target="/ppt/notesSlides/notesSlide4.xml" Id="Rf2cd2145c88f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89fbc210b4209" /><Relationship Type="http://schemas.openxmlformats.org/officeDocument/2006/relationships/notesSlide" Target="/ppt/notesSlides/notesSlide5.xml" Id="R9cc31bcdd36c46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d3e70fdf54789" /><Relationship Type="http://schemas.openxmlformats.org/officeDocument/2006/relationships/notesSlide" Target="/ppt/notesSlides/notesSlide6.xml" Id="R5562870572944c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20f8decc6431f" /><Relationship Type="http://schemas.openxmlformats.org/officeDocument/2006/relationships/notesSlide" Target="/ppt/notesSlides/notesSlide7.xml" Id="Rfb4efd6321d44e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8d0ca72344123" /><Relationship Type="http://schemas.openxmlformats.org/officeDocument/2006/relationships/notesSlide" Target="/ppt/notesSlides/notesSlide8.xml" Id="R29f5abe1dc6947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b9b2b63054554" /><Relationship Type="http://schemas.openxmlformats.org/officeDocument/2006/relationships/notesSlide" Target="/ppt/notesSlides/notesSlide9.xml" Id="R68930f4eb42c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67624ef9747ef" /><Relationship Type="http://schemas.openxmlformats.org/officeDocument/2006/relationships/notesSlide" Target="/ppt/notesSlides/notesSlide10.xml" Id="R2019125b8f7646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e91cdc21d4ba6" /><Relationship Type="http://schemas.openxmlformats.org/officeDocument/2006/relationships/notesSlide" Target="/ppt/notesSlides/notesSlide11.xml" Id="Rfb7d27acb13042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1dc80c00548e6" /><Relationship Type="http://schemas.openxmlformats.org/officeDocument/2006/relationships/notesSlide" Target="/ppt/notesSlides/notesSlide12.xml" Id="Rd194931cb85644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677F1-F83D-44EE-A70C-C4910BB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C424F-4D08-4FD5-8F03-E8DE242B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AI GARDEN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2E2B1-A256-45C1-AF18-C1501552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정원집사 발표자료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CAFF6-B074-4A33-AA58-D069C880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내 정원에 무엇이 있고, 지금 무엇을 해야 하는지 알려주는 AI 정원집사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7A4E-5CBF-4DAB-8D60-EE9FD6D8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91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19050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2F264-747F-413B-9FA8-0898DEC8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 데이터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5E0FE-9026-4EB6-A49C-A4F162CB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50DE6-DFA7-42C9-B259-9E90C57E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D99B0-50FE-470A-A211-1B78C1B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A824A-1FB7-48AA-ACB0-100680F6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계절·날씨·위치 기반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49610-3D09-4807-B116-2B1B7E4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13A8A-AF38-4730-A3DA-82E72232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36B0E-DE49-42B0-864B-A18BB7E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개인 정원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EE322-6BD2-4DB8-B085-4B254681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식물·화단·수령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1369C-545E-4155-8EB4-A547EEEE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BE6A6-DBB8-4F53-8690-C144B66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2AAF3-A3B4-4E64-A757-5D54386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확장 매출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C1BF5-E624-4EF1-8A27-3CC5E05E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회원몰·지역 연계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CD9C-76E5-42BB-8CFA-501DC3FB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198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01  PITCH DECK</a:t>
            </a:r>
          </a:p>
        </p:txBody>
      </p:sp>
    </p:spTree>
    <p:extLst>
      <p:ext uri="{BB962C8B-B14F-4D97-AF65-F5344CB8AC3E}">
        <p14:creationId xmlns:p14="http://schemas.microsoft.com/office/powerpoint/2010/main" val="10720374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7DBC6-7A47-4812-AAF0-9A5D70A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56C2E-BB67-4406-8A83-6C554E74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5E8E9-2FFF-4282-8AAD-F5EFF8E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CAC26-952B-4DBC-B284-4C083D27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E0E4B-CD27-4A44-AE16-E340E087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고객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B5514-7361-4E36-ACF0-9D25E546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정원을 가진 사람은 매일 검색하지만, 내 정원 기준의 답을 얻지 못합니다.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3C0B1-9955-4CC3-86E9-120F715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653A9-CF90-45C4-8883-71A54C25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02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9D75C-DC60-4E9F-8CC6-B834F4E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04670-E073-4027-9B2A-668B167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식물 이름은 알아도 현재 관리 행동은 모름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BA9C0-C99F-4812-B103-0DB4F9E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4CE1F-864B-4112-8A38-AC4B6E6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위치·화단·계절·날씨가 따로 관리됨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7705B-6E68-4BA0-AC92-D35BEE1E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98555-9C3D-446E-A2F4-31E04C78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유실수는 수확과 전지가 어려워 실패 비용이 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34DDE-AAC0-41E9-8BD3-D1F174B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6E598-2CFE-46C5-A1FE-38A78C2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사용자 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51356-4384-4638-8EAF-1DEDECA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가운데 화단에</a:t>
            </a:r>
          </a:p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뭘 더 심을까?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792FC-5E41-484C-A355-0EE3E72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검색 정보가 아니라 내 정원 기준의 답이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10733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04B90-D07E-4631-8443-8699FEA9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6BB68-F1F0-4263-90CC-9C29F637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76E1C-6820-4FD9-A7E3-3306D948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0455B-9EF2-423B-85AA-312711E6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4E6EC-CC5B-48DD-AE2A-1B0BEB36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서비스 한 장 요약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396F8-2325-4C9C-8432-1CD5DD1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정원집사는 정원 데이터를 AI 관리 행동과 구매 추천으로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27579-3C7C-4DE9-AAE6-51C379E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82D01-8669-42B3-A197-22796B7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03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D21BF-FA9F-4C6D-9237-DA48DE94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D8360-E197-440D-8027-BF07229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2B168-78CA-42E2-923D-13D5FDC3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B6B12-D7E6-4FA6-BFD6-CE69D4A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식물·품종 기준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36C8C-81AD-45B4-9F07-E93CC2D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6AB01-65A4-445D-B4EC-F9CA3C51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4F467-B7FA-4CC3-9AC9-382D2EE7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내 정원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7A59F-A8BC-43A0-8A84-E2F91AA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위치·수량·수령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5C2C2-CE6F-49B7-BEAA-AFE67C34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4DEB7-7D1D-472C-A4CB-AAE9110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2BCB0-0E31-4DF8-8706-1A0D5E3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화단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FD025-2568-4EB9-AF10-47B178AF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공간별 식재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5E03F-CEFB-46D4-AC79-5B734BD5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0EC86-A3A2-411F-B598-E3C2CE24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6046E-17CA-450D-AA95-07F651E6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AI 정원집사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4DF0B-D514-472E-8250-05B034D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질문 이해·관리 판단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15A68-BCCA-4469-8657-97304DD2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CC5A0-7482-477F-AECE-F40D7AB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1EB82-86A6-429C-B65E-7BA985AE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행동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35BC2-5C72-4C4E-B718-0304B9E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물주기·전지·병해충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5D3D2-B151-46ED-9773-C05756AF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130EA-4023-482D-9282-9E0EB53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DA7545-3428-48DD-A596-7AF0FF7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쇼핑몰/지역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9D767-42D8-480B-979C-D7F811FF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구매·전문가 연결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47B7C0-230C-4973-A6A7-965B5D8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4A8B64-DF73-4865-806A-A411A64F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9E3EB-8C69-4440-89EF-CE5C6A58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AE87C5-8BF4-431E-A531-6B0BA46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00E13-7B56-4A51-830E-F7FC1716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72B2A7-FF39-45D0-84C5-F2C2AC0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BA8958-FADA-4E33-94CA-1DF958B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69516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B1934-9EBD-4E0C-ADA1-88D7BFB2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7A970-0DEA-4791-8549-93BDF87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7E451-3B2B-44F6-BFF5-F7878F28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9DA85-AC4C-4AA7-A4C5-7779DEB8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E7C16-71C1-470E-A70F-3B4DD80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제품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651A9-EAF1-4074-B092-E4AE996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사용자는 기록하고 질문하면 바로 실행 가능한 답을 받습니다.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5D630-7F07-4D3D-A31C-378298F7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3CC44-8B6D-4599-A86D-CA45C8B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04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3CD4A-FACF-46FD-805D-A1657CFE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4DA56-2AF9-4686-B0F9-FDE8D92D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D9DA0-9884-4FDD-B493-B0AC674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식물 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4F6B8-0EDE-4274-8810-C4384BF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BB602-7EEF-4549-BCD8-058548B3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도감에서 식물과 품종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81B91-110E-43EE-980A-F43FB63F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DC43F-C47E-43D3-8929-2A84DB88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BDF14-D572-420D-A41E-E02301E1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6C3A2-8409-42D7-91FB-392AE830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C1B43-B018-4378-BB2B-65AFC85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내 위치와 재배 환경 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7141E-37D7-466B-87AE-B7669A6E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1430">
            <a:solidFill>
              <a:srgbClr val="064E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82037-74FA-46CA-ADC1-1172B204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B0989-F088-423A-937B-CDE8020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입력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EACCA-12EC-45F5-B056-65C3BA9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234EB-474E-484F-AB1F-4A97598C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무얼 심을까, 물 줘야 할까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D33EC-20C4-4A73-BC06-C80BE6B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97E7F-D8A3-476B-A621-D28C4FC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E1475-7E12-421F-8FB6-103C546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AI 추천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C07CF-7722-4729-8D97-02A9122B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9DEF0-F050-4303-B4A4-E0407B5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상생·지역·계절 조건 반영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BDA82-7696-4FAA-BEEE-D34A5589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DD16F-6AF6-4859-B8C9-E108795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5C16F-FE45-4D83-9CF8-F6641146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E9D84E-6615-4C8D-BA03-94083F05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추가 식재·관리·구매</a:t>
            </a:r>
          </a:p>
        </p:txBody>
      </p:sp>
    </p:spTree>
    <p:extLst>
      <p:ext uri="{BB962C8B-B14F-4D97-AF65-F5344CB8AC3E}">
        <p14:creationId xmlns:p14="http://schemas.microsoft.com/office/powerpoint/2010/main" val="328116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AB0A9-0BA1-463A-B952-AC51217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65CDC-7254-43A5-BE14-1341BAC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EAFB-91BB-44C1-A1F5-461CC91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44CF3-CA91-4A55-B4CD-F2E39BE6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FB565-2C1B-4C12-B2ED-52CC9204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주요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C9F6C-5FCD-46C4-8923-CB4DC92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도감·정원·정원식물·화단·달력이 같은 데이터를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B574B-7993-476D-8C48-D51F2C41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C4B24-0D8E-4D25-B998-31060C7F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05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18539-BA40-4B6D-B671-553C8CE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3D19B-9277-45A7-B5C7-2894A22F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8A441-F5CD-4C78-A125-DE0E73C4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BC1CD-EF4C-484F-B24D-7A3B85F7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식물의 기준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27A05-5C09-49B3-B711-73D293E9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B8C17-DDC3-4D4A-84A4-E545300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6B105-5C22-42B5-B67B-7861D786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E81A3-384F-47B7-AB04-263F837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공간과 위치 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88D28-AB95-4F3C-9F30-AE0C164E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5982A-E138-4B97-A3E4-50CEC5BB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E9FB6-2B14-4963-825B-D7612358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정원식물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6BEDB-5E58-43FF-95B7-8ADE0E46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실제 보유 식물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C4411-A0EC-4075-8BE1-9D2BEA96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2131F-86C7-4821-AF2B-89A2AD0B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8AF53-4CC6-4DEB-AD26-9789FF02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화단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1C552-F603-4242-8F3E-659976F2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식재 조합과 추천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FD420-508E-49B0-BBF2-9A2EBEB5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80596-61A2-4A8C-8F84-B349FA1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37606-D03C-47DD-A3A7-639C0011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달력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2D88F-24EA-46FF-A128-62F7EA9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계절별 관리 일정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0CA82-AD7F-4CA5-9D9C-4C7F1732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26557-E4AF-4B6C-BDA2-9BF851E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6CF11-3CD1-4F9A-921D-010E698D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959493-0C99-45CB-911C-840AFCD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959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 데이터와 품종 확장</a:t>
            </a:r>
          </a:p>
        </p:txBody>
      </p:sp>
    </p:spTree>
    <p:extLst>
      <p:ext uri="{BB962C8B-B14F-4D97-AF65-F5344CB8AC3E}">
        <p14:creationId xmlns:p14="http://schemas.microsoft.com/office/powerpoint/2010/main" val="1572514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33EE1-839F-4065-BEE6-CB76B2C1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EDFAC-77C3-4F58-ACA6-BF7C23F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C907D-624B-4E04-9D45-72087F0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7E17-CF0C-4E43-88E9-DD2B8A65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BFA00-DB76-4475-A6C8-06019E6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AI 정원집사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29DC3-FFED-44CF-B77A-F2A06069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AI는 질문 문구보다 의도를 인식하고 정원 데이터를 먼저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6DF57-48A2-420D-9A0D-21914DD1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DFB4D-08DD-4DEE-9340-A708E2C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06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B0081-6B78-4FBB-A517-9854BA3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06DC9-6A71-4D9A-ABD2-22874938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2C447-32AB-42CC-9289-81D16973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의도 인식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2B1DD-3F58-41C7-8F02-03C03F8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뭘 심지, 무얼 더 심을까 등 자연어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6331F-CC3C-42CF-B01A-CFEC0D03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E3DBD-585A-45EF-A5ED-7CE62729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186E1-8686-4E01-B6A0-3811FC0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상생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2919D-CE5F-4634-AF22-8D4B49BB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기존 식물과 높이·개화·관리 난이도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5D286-AA11-48E1-BA49-4DB0074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97BB4-4272-41B2-B7B8-3A1A2BAD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76130-0F2F-4659-9537-D6EEBBD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조건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B0CA4-4FF5-4052-B45B-AE8A99D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화성시 노지·비닐하우스 등 환경 고려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D4E70-52BB-47A7-BC73-3D6C052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EDEEA-137C-4C83-ACC0-0104A471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2AE96-1EFF-4C34-B42C-D414D0E6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 확장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90F66-D040-4210-ABB1-7440028A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없는 품종은 등록 요청으로 연결</a:t>
            </a:r>
          </a:p>
        </p:txBody>
      </p:sp>
    </p:spTree>
    <p:extLst>
      <p:ext uri="{BB962C8B-B14F-4D97-AF65-F5344CB8AC3E}">
        <p14:creationId xmlns:p14="http://schemas.microsoft.com/office/powerpoint/2010/main" val="4536122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F5BF3-8719-45C7-B004-1700F79E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036F2-91B5-4B95-8D85-5DDFE0A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6DF94-4F15-44E6-BBFC-0D80BC0D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C6734-0399-4597-8824-92DA2A9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32F94-DB0B-4186-9DD5-F1E57A17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블루베리 사례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D0768-575A-4D76-A70D-7CEBD79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품종별 수확과 관리 기준을 실제 보유 식물에 붙입니다.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C0100-B577-4E1B-9FD8-759E719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86F6C-E2F0-4C7C-82EB-86720185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07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E797C-A958-4D7B-B586-D43F2FD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E91F5-F3DA-4D6D-A85C-CBA6EF2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19878-E5BF-4023-A553-49EAA8A7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품종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657B6-3D9C-4917-863C-6D1C0BD0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휴론, 드래퍼, 리버티, 미스티 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0E1F-74DA-4569-AC7B-10B13609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32833-C694-4C04-BCF8-C2B21193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2A458-9CA5-4E75-9B40-538D5F0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과실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6A100-9532-400B-92D9-B8098FC9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크기·맛·식감·저장성·수량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FB51D-9DA4-4ECA-9935-5068F64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68CA2-88D0-4904-9248-0C472D5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691D0-6A4A-49EB-A01A-6867530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꽃눈/전지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514BE-12AF-4992-A3B8-7038D3A5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결과지와 계절별 전지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621DD-5FCE-48EB-BD0F-E9F09BAE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E9B66-971A-4CC2-9BCD-F4B704C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BB177-4794-415C-9A02-AA2EE0F3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추천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B410C-BDC2-4F90-878A-DD5302D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중북부 노지는 남부·래빗아이 리스크 반영</a:t>
            </a:r>
          </a:p>
        </p:txBody>
      </p:sp>
    </p:spTree>
    <p:extLst>
      <p:ext uri="{BB962C8B-B14F-4D97-AF65-F5344CB8AC3E}">
        <p14:creationId xmlns:p14="http://schemas.microsoft.com/office/powerpoint/2010/main" val="58556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54F79-0249-4325-A492-C7482482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93421-3258-4A82-9CEA-C1029CD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8F0EF-A076-4FBD-B3E6-049B413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FD1B8-E031-4526-84CF-2B0AB22C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2ADC3-3879-4DEA-842B-7F6A23F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확장 수익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A7852-21BB-4A3D-9885-96ED179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 관리 추천은 회원 전용 쇼핑몰과 지역 연계로 자연스럽게 확장됩니다.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2DF09-A98B-409B-854D-13AD6A6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58D88-A86C-4F7C-A332-83FF1089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08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95251-0971-4B63-BEC8-1ABC245F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7B0A7-856D-4353-A07D-E40724D5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프리미엄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E7757-05F9-4501-8414-7B81C1C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AI 상담과 관리 리포트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3FABB-0E31-4884-B207-C95ADD68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A9A53-3AFA-4C5C-A8CD-F4EC50E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커머스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BF044-22D2-4901-A1C9-1E8C21A9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묘목·토양·도구·키트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4F005-3A68-421C-92D5-23710D53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54CDA-86D7-49A9-965D-AEB4EE6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8E514-877F-4D1F-BF4E-3BF3390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정원센터·농가·전문가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1E6CC-B8D8-4DC4-881D-28162C5B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1E3B0-9A5C-43D0-8A18-182565CA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F89AC-2AF3-447A-A131-34493CF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품종·지역별 재배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E1C65-30EA-4BAD-8592-9A4011F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추천 → 실행 → 구매 → 기록의 반복 루프</a:t>
            </a:r>
          </a:p>
        </p:txBody>
      </p:sp>
    </p:spTree>
    <p:extLst>
      <p:ext uri="{BB962C8B-B14F-4D97-AF65-F5344CB8AC3E}">
        <p14:creationId xmlns:p14="http://schemas.microsoft.com/office/powerpoint/2010/main" val="13111323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477F1-4EDD-4503-8798-D2ED6DB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25AFA-5525-4566-BE8E-62462443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A7716-95A5-4A5B-84B4-3E0D6FE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3D932-4A4E-4DFC-B6D3-DE91EC8F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6E2FD-29FE-4901-9268-BC909D3C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쇼핑몰 전략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4AB78-8872-4E01-A469-D927D419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회원몰은 일반 판매가 아니라 내 정원 조건에 맞춘 추천형 구매입니다.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34F8E-5CB6-48CA-94C3-8786EA6A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F5D4F-DF3D-40A1-BDFC-C1D50235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09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25F28-7C13-4CD2-A242-2E977DF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6A3D2-AE5B-4CB2-B525-D1B72E47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301E6-6D9E-4198-8D0C-2A25209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맞춤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8D484-B78D-4866-81DA-1E496241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화성시 노지 월동 가능 품종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94649-A572-4A1C-A28D-664C3140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B148E-BDB1-418A-B8C2-45985B17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6EC4A-850B-4D00-8BFF-D03E3A77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키트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CB8AC-3191-484D-A791-25AE6A24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장마·전지·월동 대비 세트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FCDE1-3D79-4719-B91E-54ED3D5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C8780-4B3B-413D-814A-C2D42477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FD50E-D83A-4CFE-8C6F-CE82655F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품종 예약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FE008-78FD-4FA2-ABEF-5400C859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희소 품종 사전 예약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B9A44-7A11-46ED-B306-7404FB2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E8A17-CFBA-4EEE-AEF2-7B03172F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C5D07-45A3-4F41-8932-9958DF6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재구매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7C8AD-6142-442C-BB29-3DE2460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비료·자재 소모 주기 기반 추천</a:t>
            </a:r>
          </a:p>
        </p:txBody>
      </p:sp>
    </p:spTree>
    <p:extLst>
      <p:ext uri="{BB962C8B-B14F-4D97-AF65-F5344CB8AC3E}">
        <p14:creationId xmlns:p14="http://schemas.microsoft.com/office/powerpoint/2010/main" val="17768983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EF3FF-3BAB-48CE-8CA8-E7DFF38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60132-0348-4E0C-BD86-05464C36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9414A-8276-4688-931E-724E32C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626EF-AB0B-4BB5-97D4-B07B2BE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0E2C8-5B95-4B53-A4E6-DB12CAC1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지역 연계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D440-C575-4C63-846C-096793C9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정원은 지역성이 강하기 때문에 오프라인 파트너가 경쟁력이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D54F9-3A46-459B-B908-24ABDE83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BEE71-D1CD-4CF5-8448-75BF9E5C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10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CD99A-5A70-4102-93F6-1FA02F3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35F07-D0C6-4056-8B68-DE33CC8B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ED1BB-65AE-4343-ACA8-9B4CA8D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정원센터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C50B2-CEAF-4F49-AD9A-E46EC58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식물과 자재 재고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652E3-EF0F-47F5-9815-A917D03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0499A-04B5-42C1-A026-99610FE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1E63D-5CAA-48CD-ACF9-309C20E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묘목장·농가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DACD2-078E-4AB9-A49C-1F92AA25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품종 묘목과 체험 상품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60013-B37D-45C9-852A-1B35EE63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137E2-6198-4790-8ED4-1FB4062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5C1BC-EBE7-42B1-8D4D-F344ECF3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전문가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7F54F-8FB3-4E94-8C87-BE435A7A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전지·방제·시공 매칭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4004E-8D65-4B3E-A69C-11E7D3F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5DCAB-4B85-434D-864D-AF2DA33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87969-FE7D-4779-A4A1-72759304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공동구매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6C4B3-DA70-409D-BA7A-EDAF5B8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지역 수요 기반 묶음 판매</a:t>
            </a:r>
          </a:p>
        </p:txBody>
      </p:sp>
    </p:spTree>
    <p:extLst>
      <p:ext uri="{BB962C8B-B14F-4D97-AF65-F5344CB8AC3E}">
        <p14:creationId xmlns:p14="http://schemas.microsoft.com/office/powerpoint/2010/main" val="198634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CBE56D-6B24-48CD-8535-BD9092D2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1DEC6-E698-4426-97FC-C4494862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9D245-CDC0-45AE-A1A1-A2BAF35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E87E6-644D-41EE-8A25-7D4FB2B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01DD2-CC3E-449A-8DE2-A8A629E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성장 로드맵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0615A-4828-4C5A-8F15-BD46B6DD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앱 기능 고도화 후 커머스와 지역 네트워크로 성장합니다.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77E03-53E3-4604-AC91-3987011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6457B-726C-40B2-98AE-0F2A3DBE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11 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DF91C-7859-495C-BA61-335F3D98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FF335-6067-494B-A202-10AE1B5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4B07D-540A-4B00-BF0D-36FAEE4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42F59-BA6A-4D18-8109-B94142F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78E0E-03D6-4B7C-8569-8B2CDE63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도감·정원·화단·AI 상담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5C211-56CB-4D3D-A5AD-3483988C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F767C-9E5D-4636-95C8-E72A2B0F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965DD-1BA1-494C-9BEC-5BCF24F6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1C328-7070-4A79-A73B-EA8F9F3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계절·날씨 알림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2FA53-B233-4E8E-9EE2-C36BCA8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2E59C-A79D-4B71-8F19-7C0196E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90862-32C2-4E56-A275-3F6C5B5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회원몰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DCB33-7960-4FD8-9887-BBCEA570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추천 상품과 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44448-8C0B-4699-AFE9-E40F20D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72F53-88CF-473A-851C-D14DEE89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FEEC0-CAAF-42C9-8FC0-6CD57B0C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플랫폼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6BD50-F59E-4AB5-81F4-0DD4897E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센터·농가·관리 대행 연결</a:t>
            </a:r>
          </a:p>
        </p:txBody>
      </p:sp>
    </p:spTree>
    <p:extLst>
      <p:ext uri="{BB962C8B-B14F-4D97-AF65-F5344CB8AC3E}">
        <p14:creationId xmlns:p14="http://schemas.microsoft.com/office/powerpoint/2010/main" val="5455942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49776F-01B2-4A85-B07D-3C168685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31830-EF9A-4B59-884B-C71EE871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비전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25D74-9711-43FB-B32B-D4CE6C4E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76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정원집사는 식물 앱이 아니라 정원 생활의 운영체제가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EB89D-4E0B-4A30-B087-994899B9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사용자의 정원 데이터를 축적하고, 관리 행동과 구매·지역 서비스를 연결해 정원을 오래 지속 가능한 생활로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142AD-15EA-4791-89A1-EC825114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1866-D1AC-4AEB-B8DD-C87FCA2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5B666-1841-4FE2-9913-2A3E65D6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06E5E-0FD8-4026-A33A-8B254AD9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구매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216F2-347E-4930-8F45-A583F476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C76BE-CFD4-45CD-A7B3-B80020F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지역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19B15-81AD-4F54-89AE-74EFDCDB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198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12  PITCH DECK</a:t>
            </a:r>
          </a:p>
        </p:txBody>
      </p:sp>
    </p:spTree>
    <p:extLst>
      <p:ext uri="{BB962C8B-B14F-4D97-AF65-F5344CB8AC3E}">
        <p14:creationId xmlns:p14="http://schemas.microsoft.com/office/powerpoint/2010/main" val="2056625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2026-07-02T02:40:47.8400000Z</dcterms:created>
  <dcterms:modified xsi:type="dcterms:W3CDTF">2026-07-02T02:40:47.8400000Z</dcterms:modified>
</coreProperties>
</file>
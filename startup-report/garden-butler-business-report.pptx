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fef975460d4734" /><Relationship Type="http://schemas.openxmlformats.org/officeDocument/2006/relationships/extended-properties" Target="/docProps/app.xml" Id="R6ec73205540a40f0" /><Relationship Type="http://schemas.openxmlformats.org/officeDocument/2006/relationships/officeDocument" Target="/ppt/presentation.xml" Id="R8314bc94ae2b43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8c3d05d3b14f8e"/>
  </p:sldMasterIdLst>
  <p:notesMasterIdLst>
    <p:notesMasterId xmlns:r="http://schemas.openxmlformats.org/officeDocument/2006/relationships" r:id="R931b58d45f98433f"/>
  </p:notesMasterIdLst>
  <p:sldIdLst>
    <p:sldId xmlns:r="http://schemas.openxmlformats.org/officeDocument/2006/relationships" id="256" r:id="R873246ff715c40ff"/>
    <p:sldId xmlns:r="http://schemas.openxmlformats.org/officeDocument/2006/relationships" id="257" r:id="R374aae6eafea4da9"/>
    <p:sldId xmlns:r="http://schemas.openxmlformats.org/officeDocument/2006/relationships" id="258" r:id="R5280cbf4523c40ad"/>
    <p:sldId xmlns:r="http://schemas.openxmlformats.org/officeDocument/2006/relationships" id="259" r:id="Rfa5de5401cb648aa"/>
    <p:sldId xmlns:r="http://schemas.openxmlformats.org/officeDocument/2006/relationships" id="260" r:id="R0ef241e8b9a44720"/>
    <p:sldId xmlns:r="http://schemas.openxmlformats.org/officeDocument/2006/relationships" id="261" r:id="R0c1c78bd1ed74a43"/>
    <p:sldId xmlns:r="http://schemas.openxmlformats.org/officeDocument/2006/relationships" id="262" r:id="R81cabc68a546498b"/>
    <p:sldId xmlns:r="http://schemas.openxmlformats.org/officeDocument/2006/relationships" id="263" r:id="R7c053c5cac984aca"/>
    <p:sldId xmlns:r="http://schemas.openxmlformats.org/officeDocument/2006/relationships" id="264" r:id="Rec508b354b4f408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9b1715c0024583" /><Relationship Type="http://schemas.openxmlformats.org/officeDocument/2006/relationships/slideMaster" Target="/ppt/slideMasters/slideMaster1.xml" Id="R348c3d05d3b14f8e" /><Relationship Type="http://schemas.openxmlformats.org/officeDocument/2006/relationships/notesMaster" Target="/ppt/notesMasters/notesMaster1.xml" Id="R931b58d45f98433f" /><Relationship Type="http://schemas.openxmlformats.org/officeDocument/2006/relationships/presProps" Target="/ppt/presProps.xml" Id="Ra5081c54106941ba" /><Relationship Type="http://schemas.openxmlformats.org/officeDocument/2006/relationships/viewProps" Target="/ppt/viewProps.xml" Id="R963703d92961419b" /><Relationship Type="http://schemas.openxmlformats.org/officeDocument/2006/relationships/tableStyles" Target="/ppt/tableStyles.xml" Id="R57ef996637e2404c" /><Relationship Type="http://schemas.openxmlformats.org/officeDocument/2006/relationships/slide" Target="/ppt/slides/slide1.xml" Id="R873246ff715c40ff" /><Relationship Type="http://schemas.openxmlformats.org/officeDocument/2006/relationships/slide" Target="/ppt/slides/slide2.xml" Id="R374aae6eafea4da9" /><Relationship Type="http://schemas.openxmlformats.org/officeDocument/2006/relationships/slide" Target="/ppt/slides/slide3.xml" Id="R5280cbf4523c40ad" /><Relationship Type="http://schemas.openxmlformats.org/officeDocument/2006/relationships/slide" Target="/ppt/slides/slide4.xml" Id="Rfa5de5401cb648aa" /><Relationship Type="http://schemas.openxmlformats.org/officeDocument/2006/relationships/slide" Target="/ppt/slides/slide5.xml" Id="R0ef241e8b9a44720" /><Relationship Type="http://schemas.openxmlformats.org/officeDocument/2006/relationships/slide" Target="/ppt/slides/slide6.xml" Id="R0c1c78bd1ed74a43" /><Relationship Type="http://schemas.openxmlformats.org/officeDocument/2006/relationships/slide" Target="/ppt/slides/slide7.xml" Id="R81cabc68a546498b" /><Relationship Type="http://schemas.openxmlformats.org/officeDocument/2006/relationships/slide" Target="/ppt/slides/slide8.xml" Id="R7c053c5cac984aca" /><Relationship Type="http://schemas.openxmlformats.org/officeDocument/2006/relationships/slide" Target="/ppt/slides/slide9.xml" Id="Rec508b354b4f40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fd2d92b8264a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716b9e84bb4e08" /><Relationship Type="http://schemas.openxmlformats.org/officeDocument/2006/relationships/notesMaster" Target="/ppt/notesMasters/notesMaster1.xml" Id="R35c38c03651146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3eeaeb2bcd45c4" /><Relationship Type="http://schemas.openxmlformats.org/officeDocument/2006/relationships/notesMaster" Target="/ppt/notesMasters/notesMaster1.xml" Id="R54729203c0e246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23aa51521e4cb2" /><Relationship Type="http://schemas.openxmlformats.org/officeDocument/2006/relationships/notesMaster" Target="/ppt/notesMasters/notesMaster1.xml" Id="R111d3395c27e45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37aa07e6024551" /><Relationship Type="http://schemas.openxmlformats.org/officeDocument/2006/relationships/notesMaster" Target="/ppt/notesMasters/notesMaster1.xml" Id="R33f4364327f042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cf22e342324d46" /><Relationship Type="http://schemas.openxmlformats.org/officeDocument/2006/relationships/notesMaster" Target="/ppt/notesMasters/notesMaster1.xml" Id="Ra7e55533d7e74e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c835ec915b46ec" /><Relationship Type="http://schemas.openxmlformats.org/officeDocument/2006/relationships/notesMaster" Target="/ppt/notesMasters/notesMaster1.xml" Id="R549614d0420045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bfbccf27834f1e" /><Relationship Type="http://schemas.openxmlformats.org/officeDocument/2006/relationships/notesMaster" Target="/ppt/notesMasters/notesMaster1.xml" Id="R51abe867d4194a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63263ca0394c75" /><Relationship Type="http://schemas.openxmlformats.org/officeDocument/2006/relationships/notesMaster" Target="/ppt/notesMasters/notesMaster1.xml" Id="Rfd25aa1c983d44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b920d871f64dcd" /><Relationship Type="http://schemas.openxmlformats.org/officeDocument/2006/relationships/notesMaster" Target="/ppt/notesMasters/notesMaster1.xml" Id="R35848d806ef543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fb56083f2e4c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5b83f37af24d2a" /><Relationship Type="http://schemas.openxmlformats.org/officeDocument/2006/relationships/slideLayout" Target="/ppt/slideLayouts/slideLayout1.xml" Id="Rc057985f081b44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57985f081b44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2bec49da142ae" /><Relationship Type="http://schemas.openxmlformats.org/officeDocument/2006/relationships/notesSlide" Target="/ppt/notesSlides/notesSlide1.xml" Id="R9d51a3d7b24346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11366f66c4251" /><Relationship Type="http://schemas.openxmlformats.org/officeDocument/2006/relationships/notesSlide" Target="/ppt/notesSlides/notesSlide2.xml" Id="R5cd5867e28194e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5447125134f7c" /><Relationship Type="http://schemas.openxmlformats.org/officeDocument/2006/relationships/notesSlide" Target="/ppt/notesSlides/notesSlide3.xml" Id="Reeb85f09657748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79f5ccff04df8" /><Relationship Type="http://schemas.openxmlformats.org/officeDocument/2006/relationships/notesSlide" Target="/ppt/notesSlides/notesSlide4.xml" Id="Ra2c9ac1c2aea4b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523d7eb304543" /><Relationship Type="http://schemas.openxmlformats.org/officeDocument/2006/relationships/notesSlide" Target="/ppt/notesSlides/notesSlide5.xml" Id="R10854bc6c48d41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f7e62d021449c" /><Relationship Type="http://schemas.openxmlformats.org/officeDocument/2006/relationships/notesSlide" Target="/ppt/notesSlides/notesSlide6.xml" Id="Rc037ecc801cd44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092fec2f449c1" /><Relationship Type="http://schemas.openxmlformats.org/officeDocument/2006/relationships/notesSlide" Target="/ppt/notesSlides/notesSlide7.xml" Id="Redf9baa9e09a41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4130994374ba5" /><Relationship Type="http://schemas.openxmlformats.org/officeDocument/2006/relationships/notesSlide" Target="/ppt/notesSlides/notesSlide8.xml" Id="Rf0b263d841d747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a9103a5924da4" /><Relationship Type="http://schemas.openxmlformats.org/officeDocument/2006/relationships/notesSlide" Target="/ppt/notesSlides/notesSlide9.xml" Id="R4e50a16013434f9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F60FD0-D243-4F29-B399-F7A7652F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DD2F7-36FF-4DC5-9FFE-545C9685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rPr>
              <a:t>STARTUP BUSINESS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37144-1EB3-4D2C-BBBF-5F94D1CE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90625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정원집사 창업 보고서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18AF5-C1F9-466F-8E8C-6451C4A2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685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1FAE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D1FAE5"/>
                </a:solidFill>
                <a:latin typeface="Malgun Gothic"/>
                <a:ea typeface="Malgun Gothic"/>
                <a:cs typeface="Malgun Gothic"/>
              </a:rPr>
              <a:t>개인 정원 데이터를 기반으로 계절·날씨·위치에 맞는 관리 행동을 제안하는 AI 정원 관리 플랫폼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EF413-7AB8-46BA-97FB-CE133B2B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191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19050">
            <a:solidFill>
              <a:srgbClr val="86EFA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C70BA-A28C-4E71-AA85-DCD21B3B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71650"/>
            <a:ext cx="2171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도감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정원 데이터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관리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06639-4CC1-4EBC-80EC-1E54328F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9E4AE3-2DC4-4215-8BAC-E2305AC6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rPr>
              <a:t>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C2852-3710-40EC-8EE8-720F1537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관리 판단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F1AA1-5E46-4222-B0DA-43C6404D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계절·날씨·위치 기반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BE0B4F-AAB4-4763-A1F0-1B44A6AD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0055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2A3211-1FA4-4A41-9A16-034FA88A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910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rPr>
              <a:t>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6A83E-EF8A-4711-B1A6-D1FA026B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2920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개인 정원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2B285-7CC5-4516-B492-6126DC97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7685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식물·화단·수령 기록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C50D8-719E-4069-9559-078FBE92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0055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052DB8-509D-42EE-8B8B-0C5CC83E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910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rPr>
              <a:t>SHOP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22543F-DB49-4EB9-A864-728B49DA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2920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확장 매출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34B9C3-EDD6-499C-99C3-A3010924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27685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회원몰·지역 연계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A8398-9E9C-44DC-B7E8-FCFA6DDC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1985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7F3D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7F3D0"/>
                </a:solidFill>
                <a:latin typeface="Malgun Gothic"/>
                <a:ea typeface="Malgun Gothic"/>
                <a:cs typeface="Malgun Gothic"/>
              </a:rPr>
              <a:t>01  BUSINESS REPORT</a:t>
            </a:r>
          </a:p>
        </p:txBody>
      </p:sp>
    </p:spTree>
    <p:extLst>
      <p:ext uri="{BB962C8B-B14F-4D97-AF65-F5344CB8AC3E}">
        <p14:creationId xmlns:p14="http://schemas.microsoft.com/office/powerpoint/2010/main" val="5852349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873F3D-B4C3-4E07-A87A-6EA06A84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BF21F-6379-4420-9BAC-3C7AAEC7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179D2-52E1-4DC7-AC2A-10D7A936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4D39B-9060-4389-8D0E-423534CC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9A2CE-E2AA-4B4E-B3A9-BF818B47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286B5-E769-41BF-A137-AF513727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식물 정보는 많지만 내 정원에 맞는 답은 부족합니다.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682AF-B167-4EA9-9C22-2F6215F4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정원집사 | AI 개인 정원 관리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9E85E-424A-4FC1-A0DE-E111F155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02  BUSINESS REPORT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5734F-33A8-41D4-BB89-BEBDE05C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81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C3106-DF91-4F93-AB48-43508CE8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145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일반 도감 정보와 실제 정원 조건이 분리됨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0B548-4F90-40EC-84AB-42A32B25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28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2D038-BAC1-4CBE-A067-3A9A0B4B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화단·위치·수령·수량 기록이 관리 판단에 연결되지 않음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5A886D-195C-470B-B314-26B01EA4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0FBA1D-21C0-47EC-A65E-C643874D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전지·병해충·월동·수확 시기를 놓치기 쉬움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52B34-4BAB-4B59-AD77-138343F7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0025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47234A-E4B4-4165-93A9-D338FCDC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2410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사용자의 진짜 질문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FF8B2-6EC5-421E-A61D-436516A1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48000"/>
            <a:ext cx="2571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오늘 내 정원에서</a:t>
            </a:r>
          </a:p>
          <a:p xmlns:a="http://schemas.openxmlformats.org/drawingml/2006/main">
            <a:pPr algn="ctr">
              <a:defRPr sz="165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무엇을 해야 하지?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28522C-380D-4AD2-B372-5A157E23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7675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검색 정보가 아니라 내 정원 기준의 답이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9053032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D39EB2-BC35-4AD9-AAC7-79579697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93875-F2CB-4B60-8FEA-25FEE535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F4B94-2E95-4742-B900-49A6E218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3840A-DED6-4600-AE43-A0405C44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63CFB-99F6-44F9-8073-7C20F2E4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해결 구조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7BBC5-BDB0-4649-8A83-FED98D95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도감·정원기록·AI 상담·구매를 하나의 관리 흐름으로 연결합니다.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84C35-F579-4220-A08D-E1C8DD81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정원집사 | AI 개인 정원 관리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EB899-910D-469B-A837-0552668B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03  BUSINESS REPORT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1C68E-B1D1-4725-B980-FAB35FED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5C744-9100-44E1-884E-F8C69B5C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A802E-1C5D-467C-A44C-B488D5FA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도감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05D66-25E6-4A77-8E21-4E09DA3A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식물·품종 기준 정보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A4FFCD-9ED3-40C1-BA5C-E17DDF7C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8449C-C137-4F3B-9AEE-52946589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BE030-0334-433E-8931-64A79AFA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6220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내 정원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6AEAE3-F5EA-48DA-A0FA-E96FCA5E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051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위치·수량·수령 기록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F1E6D4-6965-4114-8908-29951E4D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1CAA00-D2C8-4873-B309-A139ADAE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41C36A-307E-45C6-AFB7-1730C2E2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6220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화단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CEF39C-6F21-4C6F-8784-5C26F86B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051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공간별 식재 구성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49B79A-AA7C-43CA-974C-3E63F125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2A492E-244E-49D3-9C52-F9086DB0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9F1717-B3E4-4D40-BFC6-EC0925C2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814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AI 정원집사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59B028-C3F8-4436-8861-86096E9A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243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질문 이해·관리 판단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4396AB-B8AD-4DE5-B130-D90E8C9C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1000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6C0674-467E-4ED7-A0E4-E56F9199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100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D5874B-7B79-488D-BEFF-783DE4AA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814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관리 행동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97C586-A502-4AD6-AAA2-98C0897F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243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물주기·전지·병해충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6555B3-912B-4193-A285-1395ECF1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1000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14FCDB-BB44-4B61-8CD4-E9C41816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100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AAC046-A9AC-4F4B-BD09-0D050FD1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814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쇼핑몰/지역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AFEF24-BDAB-49D1-A149-5DAC9AC1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243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구매·전문가 연결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0B16A3-6509-4FA2-A9F2-2D5B8B89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432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B080EC-2A5B-4001-89F1-503F0540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49C214-3FDE-4011-AF52-F7774F56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956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80FADE-1BE3-462C-B7C5-2050DF1A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956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E1DBDB-7716-420F-9A06-05ED2954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956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90615E-C266-43F8-860B-DEEA0934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624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86AAE1-01F3-46D4-95C1-949EFAA7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624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412957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352A66-7782-4D91-9E83-104D753B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D9143-50D9-452D-ADBF-3840D190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A7AFB-66B6-4BC1-A32F-CBA20E4A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E0862-9ED6-414F-A883-F8CAD9C0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DD817-CBF4-4640-B38B-638ABA64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사용 흐름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EC6C1-BB8E-48BA-B210-C4470D85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기록에서 행동으로 이어지는 정원 관리 경험을 만듭니다.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F70EA-A534-48FE-B5A5-6C872090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정원집사 | AI 개인 정원 관리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B1A32-30A7-4F18-8392-9AF92259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04  BUSINESS REPORT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7FCE2-B703-4776-88D9-FBC579D0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5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01F9E-CF78-44F7-803D-0AB8322D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C9C58-52AD-4B44-86C6-412A4D46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도감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9A874-C541-4D04-BD8C-A716FDAD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242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79760D-5304-435B-AC08-101C2A6C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179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기본 생육 조건과 품종 기준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BD1D00-6D2F-44EB-942D-EDC28570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4315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5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52014E-934C-496D-B70D-E0C4FA5E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432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E76BC1-4FF0-4582-BCB8-1DAA4F1E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385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내 정원 추가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C2805C-981C-487E-AB4E-3E3107E2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242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B1736C-5586-4E35-A69D-2BBCE146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48150"/>
            <a:ext cx="179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위치·수량·수령·상태 기록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CD498F-E7BA-4097-9C30-6E51C6CA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4315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11430">
            <a:solidFill>
              <a:srgbClr val="064E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07C539-1B71-466C-99F1-FA78F04E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432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0A9AA3-0D31-4446-950A-F9969CE8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385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질문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6ADC02-3E3E-4E3E-B1BE-6C93F6AE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242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B49BA0-9271-4E2D-A86D-8F28F8AC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48150"/>
            <a:ext cx="179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계절·날씨·공간 조건을 함께 판단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536F32-A0CC-4399-96CA-EADF5156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5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834DF9-F30C-414D-B58D-56030D97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432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A05D32-3A2F-47A0-AD96-EF0ADA9E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관리 실행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C7F0AF-ECAF-4233-AC8C-0A5EF4BF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242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29894A-7824-4340-9259-40ACBD4E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48150"/>
            <a:ext cx="179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물주기·전지·병해충·수확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96DAC6-8E1B-48F4-BDD4-50B14D81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5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86050B-C0AF-473B-A669-DBB22DE0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432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29BEDD-87AF-43D2-9EC1-E553E7B4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구매/연계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CEF9D1-2CFD-4410-B171-81AD969C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48150"/>
            <a:ext cx="179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필요 자재와 지역 전문가 연결</a:t>
            </a:r>
          </a:p>
        </p:txBody>
      </p:sp>
    </p:spTree>
    <p:extLst>
      <p:ext uri="{BB962C8B-B14F-4D97-AF65-F5344CB8AC3E}">
        <p14:creationId xmlns:p14="http://schemas.microsoft.com/office/powerpoint/2010/main" val="11953191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D6223A-996E-4D2A-ACD0-0A833EDD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371DB-22AA-4570-AE9D-D8A3A13D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2A3CF-D1B8-4F60-B2BD-58167353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67E00-6CAD-456E-AB8D-13B712F7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47703-A598-4EDC-BE43-D97BCB1E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핵심 기능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35ED8-2D6A-4F9F-8AE5-A27D2D17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기능은 따로 노는 메뉴가 아니라 하나의 관리 시스템입니다.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1A849-E9C0-4BA5-B187-1EAB3DB7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정원집사 | AI 개인 정원 관리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E6D4C-6822-4E3D-A17C-93E5CB2B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05  BUSINESS REPORT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C7BED-6653-4BBA-8B1A-27EBBF6C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31715-B148-4810-A2D0-AC4D8C1E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D8B67-3A36-4AD8-BE05-1384A615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도감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6785D-B331-484D-A4DF-EB94889A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생육 조건과 품종별 기준을 제공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AAD46-40E2-4C85-83C9-2C053CFB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5840A5-77C0-4B65-A6AE-6A070EA3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63C83-7493-4D56-99AA-A0122457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내 정원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A6659C-3118-43EB-85E4-7B9CDE90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실제 보유 식물과 위치·상태 기록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0B832-9F0F-44D4-94FB-DC9AC701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0D528D-E8A7-4CF5-A487-1C0C2376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DC6595-9010-4F00-9945-E8260796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화단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5689AA-3C3A-4AD8-97C0-F1BF3CC5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공간별 식재 구성과 조합 추천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A637A8-58B7-464E-9E88-199A8BA0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0F19DD-3C43-4DB2-81D2-FC06E2B5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4F86A4-9112-4095-8284-A1E328C6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AI 정원집사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9C395E-CCA7-45C2-89E6-5478DA2B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자연어 질문을 관리 행동으로 변환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7F83A9-B251-4895-A127-EF2E24A2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D40E9B-302D-460E-9F6B-52E44A1E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49BFE3-D192-4778-B050-418ABF77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유실수 특화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6C83C9-9535-4FF8-812C-DD5D7472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9590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수령·수량·과실·전지 기준 관리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5A9BDC-49FB-4F5A-9FAA-9D7F0722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815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7715F1-0179-4E3A-A8BB-3DDB2D50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815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C479BB-768E-4CF9-A857-7FC4C418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530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달력/알림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DA9084-2B11-479A-9520-746119A6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9590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계절별 할 일과 날씨 리스크 안내</a:t>
            </a:r>
          </a:p>
        </p:txBody>
      </p:sp>
    </p:spTree>
    <p:extLst>
      <p:ext uri="{BB962C8B-B14F-4D97-AF65-F5344CB8AC3E}">
        <p14:creationId xmlns:p14="http://schemas.microsoft.com/office/powerpoint/2010/main" val="8837395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08CA89-B1AF-41CD-B2D4-10063E11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7E2C0-BF4C-4A7A-BC2A-BD97354A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6B2E8-A612-4F63-BEDA-611A3017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7EE1D-CAF8-451B-AA59-709E6D48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F98F8-E970-4244-ADE5-258D1A0D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유실수 차별화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8C917-A18D-4387-8C78-B167E46D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수확 결과를 높이는 품종·과실 중심 정보를 제공합니다.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84CDF-5B08-4035-83F6-A1BD5243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정원집사 | AI 개인 정원 관리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964EB-4FA4-4730-AE3B-C85F98A3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06  BUSINESS REPORT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A44C5-96A6-4899-A160-7DDE001F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66C68-953C-4AD1-8CD0-CFB85A55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6DFB1C-1A46-488A-8A23-7D080796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과실 특성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B34B8-D936-4FB7-AD70-3DBDFEA4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크기, 맛, 식감, 과분, 저장성, 수량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ACA58-416D-48AB-BE81-0B90A57C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EE78F-80C3-4E59-B309-9C90D3D2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76A4F-E9AF-47AE-9781-66CBD036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수령·수량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CA480-12E0-4447-B036-4703DC55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2년생 5주, 3년생 2주처럼 구성 관리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B3628D-E62D-40F4-A519-FDBB49C9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E0DCA8-F858-43D0-8331-F0B69DD5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9D6954-53F2-42B6-AF19-5F57C673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결실 습성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CD04B9-5714-478C-A617-DE1BD6F8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꽃눈 위치와 결과지 관리 기준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2F9DD0-B827-4E5A-9962-2A037599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4C9DC0-29BE-471E-9E00-28046323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785DB3-8B69-4B00-BF00-B8EF387E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지역 적합성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9E8B54-E00A-44A0-8A0C-8325FDF1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화성시 노지처럼 지역 조건을 반영</a:t>
            </a:r>
          </a:p>
        </p:txBody>
      </p:sp>
    </p:spTree>
    <p:extLst>
      <p:ext uri="{BB962C8B-B14F-4D97-AF65-F5344CB8AC3E}">
        <p14:creationId xmlns:p14="http://schemas.microsoft.com/office/powerpoint/2010/main" val="4785366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910D07-AD92-4554-825C-1C735816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94AEE-749F-4E03-A37D-FCF18A4B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A65AF-02F0-45AE-BEB7-1D34E179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F25E7-3C6D-4910-AC73-C163F0A6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53309-86BE-44EB-872C-01F3472E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수익 모델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2D041-F589-4FC3-B589-1524A956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관리 데이터는 구독·커머스·지역 매칭으로 확장됩니다.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E3414-3137-44BD-8959-6505691E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정원집사 | AI 개인 정원 관리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B0668B-2EA1-4442-8CB1-16FAEC31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07  BUSINESS REPORT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CCA19-E734-4332-B747-EE94732C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42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B99EF-77C4-46CD-A011-A72BA550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구독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331E7-1975-4B8C-83E3-CA61512A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AI 상담과 관리 캘린더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7014E-D2CE-46B1-A327-7E2720F1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1428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737B9-AEC3-43E3-8EBE-3E701678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863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쇼핑몰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A2276A-419C-449E-B1E9-2AB261AE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97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묘목·자재·관리 키트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D8FB1-4488-4176-99D0-14AA8DCB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05100"/>
            <a:ext cx="14287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837E6D-158C-4332-95AA-CD2724EE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863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지역 연계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A84EB9-264C-4604-AC2E-7A017B97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197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정원센터·농가·관리대행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610D84-D9C5-408F-9B8B-5E4D9950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47900"/>
            <a:ext cx="14287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0BEB3B-3DF3-423D-BB6A-CDAF7319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863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B2B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EC8F90-A1C2-43D1-9419-C3C39FD0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197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정원센터·소규모 농장 SaaS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8642C8-232C-498E-BCE2-AA735E7A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90750"/>
            <a:ext cx="2095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관리 추천이</a:t>
            </a:r>
          </a:p>
          <a:p xmlns:a="http://schemas.openxmlformats.org/drawingml/2006/main">
            <a:pPr algn="ctr">
              <a:defRPr sz="18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구매 전환의</a:t>
            </a:r>
          </a:p>
          <a:p xmlns:a="http://schemas.openxmlformats.org/drawingml/2006/main">
            <a:pPr algn="ctr">
              <a:defRPr sz="18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출발점입니다.</a:t>
            </a:r>
          </a:p>
        </p:txBody>
      </p:sp>
    </p:spTree>
    <p:extLst>
      <p:ext uri="{BB962C8B-B14F-4D97-AF65-F5344CB8AC3E}">
        <p14:creationId xmlns:p14="http://schemas.microsoft.com/office/powerpoint/2010/main" val="18976749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684C63-2FF4-4C7E-A130-2C82FD95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F76B2-BCE4-4C6D-B52B-28B3F329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49FF7-6DF1-40B9-8A97-2A19A4EF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4BDEE-A9A0-4DB3-BC85-3E45C229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F8C72-9C47-4D09-996D-FA512708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추진 계획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399C8-442F-4FF0-9EF4-06C5B1E6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핵심 관리 경험에서 쇼핑몰과 지역 네트워크로 단계 확장합니다.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EDBE2-E9BD-450C-AE5C-5DDF8857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정원집사 | AI 개인 정원 관리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A777C-4B64-4C6F-B3BC-9690ED87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08  BUSINESS REPORT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F0CA6-5150-4C88-B316-C28BB3C7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933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A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DC8B7-9127-4654-BC34-AD6EA951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0D72E-FAF1-4AE1-9F37-F38E8AEF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520C2-BF67-4E58-81EA-7B7A495A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기능 안정화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C3775-A0E3-4BCD-8EFE-1507C02D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도감·정원식물·화단·AI 상담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FD748B-EC46-4844-A024-82771D75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162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72209-5B4B-47E1-AE47-B193BA43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29565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C23A85-3E15-4FD2-A67A-69768DE6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8862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날씨/계절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AD6432-8D72-488B-A30F-F0922876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2435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물주기·전지·병해충 알림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4A1705-5171-4589-83E6-94780F7D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62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217563-3316-487D-AC79-3D018F2A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9565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636CF-D9B0-455E-ACBA-D21152C0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862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회원 쇼핑몰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356668-8E78-4E44-8ED6-B5A6499A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2435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추천 상품과 관리 키트 판매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8B0FEC-8D7A-40FD-A0A3-2FFD1F5D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162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CD54D7-26DF-43BC-86F4-2B0DF894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9565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43CDE7-57FC-4008-8AC9-78E54202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8862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지역 연계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417C95-AF1A-4D1C-A3C9-31C2A68B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2435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정원센터·묘목장·전문가 매칭</a:t>
            </a:r>
          </a:p>
        </p:txBody>
      </p:sp>
    </p:spTree>
    <p:extLst>
      <p:ext uri="{BB962C8B-B14F-4D97-AF65-F5344CB8AC3E}">
        <p14:creationId xmlns:p14="http://schemas.microsoft.com/office/powerpoint/2010/main" val="12235547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9C6F7B-4DB1-4135-B64C-90AA3B97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993A2-C89B-495B-8D9F-BE88CC76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rPr>
              <a:t>기대 효과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8EE11-049A-4C9C-BAAA-6FE79063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8763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정원 관리를 더 쉽고, 더 정확하고, 더 오래 지속되게 만듭니다.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CF9DA-5D0A-45B5-A9BE-B2F66DAB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1FAE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D1FAE5"/>
                </a:solidFill>
                <a:latin typeface="Malgun Gothic"/>
                <a:ea typeface="Malgun Gothic"/>
                <a:cs typeface="Malgun Gothic"/>
              </a:rPr>
              <a:t>정원집사는 식물 구매 이후의 관리 경험을 개선하고, 개인 정원 데이터를 기반으로 커머스와 지역 서비스를 연결합니다.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CFE25-CBF8-4507-B4A1-135D11AA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838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BF7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80E2D-B1C5-40DF-9976-B3244FF4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149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rPr>
              <a:t>관리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95DC9-622C-4B33-A713-0D247F98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048250"/>
            <a:ext cx="838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BF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8AAA8-BBE7-4B71-AE6C-B667FA1D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149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rPr>
              <a:t>구매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F3624-88D6-47D7-A6C1-FE38BB67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48250"/>
            <a:ext cx="838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BF7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5DA29-043B-497B-8E6B-07FAA8F5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1149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rPr>
              <a:t>지역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D9E1B-362D-4CCF-9400-AF5E1A4F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1985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7F3D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7F3D0"/>
                </a:solidFill>
                <a:latin typeface="Malgun Gothic"/>
                <a:ea typeface="Malgun Gothic"/>
                <a:cs typeface="Malgun Gothic"/>
              </a:rPr>
              <a:t>09  BUSINESS REPORT</a:t>
            </a:r>
          </a:p>
        </p:txBody>
      </p:sp>
    </p:spTree>
    <p:extLst>
      <p:ext uri="{BB962C8B-B14F-4D97-AF65-F5344CB8AC3E}">
        <p14:creationId xmlns:p14="http://schemas.microsoft.com/office/powerpoint/2010/main" val="1598151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2026-07-02T02:40:44.6490000Z</dcterms:created>
  <dcterms:modified xsi:type="dcterms:W3CDTF">2026-07-02T02:40:44.6490000Z</dcterms:modified>
</coreProperties>
</file>
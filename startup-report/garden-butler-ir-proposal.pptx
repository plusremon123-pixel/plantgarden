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06ba9ec12b4ca0" /><Relationship Type="http://schemas.openxmlformats.org/officeDocument/2006/relationships/extended-properties" Target="/docProps/app.xml" Id="R15134ecf8e9548eb" /><Relationship Type="http://schemas.openxmlformats.org/officeDocument/2006/relationships/officeDocument" Target="/ppt/presentation.xml" Id="R823efe72cdf945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84d6a627c4efe"/>
  </p:sldMasterIdLst>
  <p:notesMasterIdLst>
    <p:notesMasterId xmlns:r="http://schemas.openxmlformats.org/officeDocument/2006/relationships" r:id="Rcb6ab74c860c4b44"/>
  </p:notesMasterIdLst>
  <p:sldIdLst>
    <p:sldId xmlns:r="http://schemas.openxmlformats.org/officeDocument/2006/relationships" id="256" r:id="R6d60d44be37a45b3"/>
    <p:sldId xmlns:r="http://schemas.openxmlformats.org/officeDocument/2006/relationships" id="257" r:id="Rb77f4e2a9876476e"/>
    <p:sldId xmlns:r="http://schemas.openxmlformats.org/officeDocument/2006/relationships" id="258" r:id="Rfa1ef36d92dc4697"/>
    <p:sldId xmlns:r="http://schemas.openxmlformats.org/officeDocument/2006/relationships" id="259" r:id="R74019024c22a4105"/>
    <p:sldId xmlns:r="http://schemas.openxmlformats.org/officeDocument/2006/relationships" id="260" r:id="R8c054f2b13584c71"/>
    <p:sldId xmlns:r="http://schemas.openxmlformats.org/officeDocument/2006/relationships" id="261" r:id="R3864319a7eab499e"/>
    <p:sldId xmlns:r="http://schemas.openxmlformats.org/officeDocument/2006/relationships" id="262" r:id="Ree44e50eeeb24477"/>
    <p:sldId xmlns:r="http://schemas.openxmlformats.org/officeDocument/2006/relationships" id="263" r:id="R621b3fd782454aca"/>
    <p:sldId xmlns:r="http://schemas.openxmlformats.org/officeDocument/2006/relationships" id="264" r:id="Rff23af08984d4c2a"/>
    <p:sldId xmlns:r="http://schemas.openxmlformats.org/officeDocument/2006/relationships" id="265" r:id="Ra9c3a186941b42c2"/>
    <p:sldId xmlns:r="http://schemas.openxmlformats.org/officeDocument/2006/relationships" id="266" r:id="Rfa9b39126b69402b"/>
    <p:sldId xmlns:r="http://schemas.openxmlformats.org/officeDocument/2006/relationships" id="267" r:id="Rffe9863d53c945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0899d55be4f6c" /><Relationship Type="http://schemas.openxmlformats.org/officeDocument/2006/relationships/slideMaster" Target="/ppt/slideMasters/slideMaster1.xml" Id="Rc8884d6a627c4efe" /><Relationship Type="http://schemas.openxmlformats.org/officeDocument/2006/relationships/notesMaster" Target="/ppt/notesMasters/notesMaster1.xml" Id="Rcb6ab74c860c4b44" /><Relationship Type="http://schemas.openxmlformats.org/officeDocument/2006/relationships/presProps" Target="/ppt/presProps.xml" Id="Ra8e661b5c3d14964" /><Relationship Type="http://schemas.openxmlformats.org/officeDocument/2006/relationships/viewProps" Target="/ppt/viewProps.xml" Id="R8139021337514b33" /><Relationship Type="http://schemas.openxmlformats.org/officeDocument/2006/relationships/tableStyles" Target="/ppt/tableStyles.xml" Id="Rf3c8672ec9e5443e" /><Relationship Type="http://schemas.openxmlformats.org/officeDocument/2006/relationships/slide" Target="/ppt/slides/slide1.xml" Id="R6d60d44be37a45b3" /><Relationship Type="http://schemas.openxmlformats.org/officeDocument/2006/relationships/slide" Target="/ppt/slides/slide2.xml" Id="Rb77f4e2a9876476e" /><Relationship Type="http://schemas.openxmlformats.org/officeDocument/2006/relationships/slide" Target="/ppt/slides/slide3.xml" Id="Rfa1ef36d92dc4697" /><Relationship Type="http://schemas.openxmlformats.org/officeDocument/2006/relationships/slide" Target="/ppt/slides/slide4.xml" Id="R74019024c22a4105" /><Relationship Type="http://schemas.openxmlformats.org/officeDocument/2006/relationships/slide" Target="/ppt/slides/slide5.xml" Id="R8c054f2b13584c71" /><Relationship Type="http://schemas.openxmlformats.org/officeDocument/2006/relationships/slide" Target="/ppt/slides/slide6.xml" Id="R3864319a7eab499e" /><Relationship Type="http://schemas.openxmlformats.org/officeDocument/2006/relationships/slide" Target="/ppt/slides/slide7.xml" Id="Ree44e50eeeb24477" /><Relationship Type="http://schemas.openxmlformats.org/officeDocument/2006/relationships/slide" Target="/ppt/slides/slide8.xml" Id="R621b3fd782454aca" /><Relationship Type="http://schemas.openxmlformats.org/officeDocument/2006/relationships/slide" Target="/ppt/slides/slide9.xml" Id="Rff23af08984d4c2a" /><Relationship Type="http://schemas.openxmlformats.org/officeDocument/2006/relationships/slide" Target="/ppt/slides/slide10.xml" Id="Ra9c3a186941b42c2" /><Relationship Type="http://schemas.openxmlformats.org/officeDocument/2006/relationships/slide" Target="/ppt/slides/slide11.xml" Id="Rfa9b39126b69402b" /><Relationship Type="http://schemas.openxmlformats.org/officeDocument/2006/relationships/slide" Target="/ppt/slides/slide12.xml" Id="Rffe9863d53c9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17c71761b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193894c6ed4dc3" /><Relationship Type="http://schemas.openxmlformats.org/officeDocument/2006/relationships/notesMaster" Target="/ppt/notesMasters/notesMaster1.xml" Id="Re2aab865647942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f9066772c4624" /><Relationship Type="http://schemas.openxmlformats.org/officeDocument/2006/relationships/notesMaster" Target="/ppt/notesMasters/notesMaster1.xml" Id="Rfa79c131d53347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d01cbb78d4e7b" /><Relationship Type="http://schemas.openxmlformats.org/officeDocument/2006/relationships/notesMaster" Target="/ppt/notesMasters/notesMaster1.xml" Id="R8585a453f128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3103a60c24fe9" /><Relationship Type="http://schemas.openxmlformats.org/officeDocument/2006/relationships/notesMaster" Target="/ppt/notesMasters/notesMaster1.xml" Id="Rf36702e4231c43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4e4463a47479c" /><Relationship Type="http://schemas.openxmlformats.org/officeDocument/2006/relationships/notesMaster" Target="/ppt/notesMasters/notesMaster1.xml" Id="R0710e36f44b647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d0d8aafc84ffe" /><Relationship Type="http://schemas.openxmlformats.org/officeDocument/2006/relationships/notesMaster" Target="/ppt/notesMasters/notesMaster1.xml" Id="R72affeee3cae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c383b5ebda4a4c" /><Relationship Type="http://schemas.openxmlformats.org/officeDocument/2006/relationships/notesMaster" Target="/ppt/notesMasters/notesMaster1.xml" Id="R823b89db738b42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8dc56244fa41cd" /><Relationship Type="http://schemas.openxmlformats.org/officeDocument/2006/relationships/notesMaster" Target="/ppt/notesMasters/notesMaster1.xml" Id="R2d23d0fc76bd40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25c72f737e4379" /><Relationship Type="http://schemas.openxmlformats.org/officeDocument/2006/relationships/notesMaster" Target="/ppt/notesMasters/notesMaster1.xml" Id="R8509446a719a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9efe933ff848c4" /><Relationship Type="http://schemas.openxmlformats.org/officeDocument/2006/relationships/notesMaster" Target="/ppt/notesMasters/notesMaster1.xml" Id="Re5903bee5ce44e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6365c5475b4a2c" /><Relationship Type="http://schemas.openxmlformats.org/officeDocument/2006/relationships/notesMaster" Target="/ppt/notesMasters/notesMaster1.xml" Id="Reb4d914bdfdd4c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1d188e78a348dd" /><Relationship Type="http://schemas.openxmlformats.org/officeDocument/2006/relationships/notesMaster" Target="/ppt/notesMasters/notesMaster1.xml" Id="Re29789d4d2a7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aad3040c74e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0e3a4053b44e8" /><Relationship Type="http://schemas.openxmlformats.org/officeDocument/2006/relationships/slideLayout" Target="/ppt/slideLayouts/slideLayout1.xml" Id="R3073af72239648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73af72239648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d188d2efc49ee" /><Relationship Type="http://schemas.openxmlformats.org/officeDocument/2006/relationships/notesSlide" Target="/ppt/notesSlides/notesSlide1.xml" Id="R7336263cec3b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09551adb04768" /><Relationship Type="http://schemas.openxmlformats.org/officeDocument/2006/relationships/notesSlide" Target="/ppt/notesSlides/notesSlide2.xml" Id="Re033db66b11f47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77fb99007471b" /><Relationship Type="http://schemas.openxmlformats.org/officeDocument/2006/relationships/notesSlide" Target="/ppt/notesSlides/notesSlide3.xml" Id="Rca0e710199d0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5b6bb1ae44d2d" /><Relationship Type="http://schemas.openxmlformats.org/officeDocument/2006/relationships/notesSlide" Target="/ppt/notesSlides/notesSlide4.xml" Id="Rb16f04ea3610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3fb8ac07c49a6" /><Relationship Type="http://schemas.openxmlformats.org/officeDocument/2006/relationships/notesSlide" Target="/ppt/notesSlides/notesSlide5.xml" Id="R9c79f87e9f8c4f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1e82688c4d4e" /><Relationship Type="http://schemas.openxmlformats.org/officeDocument/2006/relationships/notesSlide" Target="/ppt/notesSlides/notesSlide6.xml" Id="Rec3c1bd96b6a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93a4ef87e4955" /><Relationship Type="http://schemas.openxmlformats.org/officeDocument/2006/relationships/notesSlide" Target="/ppt/notesSlides/notesSlide7.xml" Id="R5a248a469ecb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486a5d18e44c3" /><Relationship Type="http://schemas.openxmlformats.org/officeDocument/2006/relationships/notesSlide" Target="/ppt/notesSlides/notesSlide8.xml" Id="R07edb39a813848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4b7bf1e38461b" /><Relationship Type="http://schemas.openxmlformats.org/officeDocument/2006/relationships/notesSlide" Target="/ppt/notesSlides/notesSlide9.xml" Id="Ra84a4893f07b4b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7f6e70e5444ed" /><Relationship Type="http://schemas.openxmlformats.org/officeDocument/2006/relationships/notesSlide" Target="/ppt/notesSlides/notesSlide10.xml" Id="R37df65888e1142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7a66f371941b9" /><Relationship Type="http://schemas.openxmlformats.org/officeDocument/2006/relationships/notesSlide" Target="/ppt/notesSlides/notesSlide11.xml" Id="R226ba17787694a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cbbf7ff6748ac" /><Relationship Type="http://schemas.openxmlformats.org/officeDocument/2006/relationships/notesSlide" Target="/ppt/notesSlides/notesSlide12.xml" Id="R28d6cb5f8bc742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76274A-5A70-43BD-9862-761E9E0A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2364C-E4CB-48E5-BDF0-933D318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INVESTMENT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989CB-FDBF-43A1-A4D8-559559CB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정원집사 IR 제안서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DB97F-0E4C-4095-8B45-2ED4DB56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개인 정원 데이터로 관리·커머스·지역 서비스를 연결하는 AI 정원 생활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F1EBA-87CA-4439-B3EF-12D1FFC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91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19050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4E67C-1042-4D4A-A88C-EE66E40D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 데이터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F06B1-5E32-4061-9FD3-C422457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6B167-1201-4A63-964C-32A2676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AFFD2-73D0-4045-8BD0-58C3664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CEF7D-0A02-4D1B-8505-D5DD4E3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계절·날씨·위치 기반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EEC8F-FB20-4D4D-92FC-4FC98817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81EC1-26B3-4E5E-912B-AF401EFD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8D144-2F81-4898-9A20-319FFDD9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개인 정원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AD2C8-33E5-476D-91F4-9A65061E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식물·화단·수령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6CB2A-B773-48D2-9686-F069EDA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005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6B296-0832-4F01-A25B-C3DD956A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91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960F5-0801-4225-B12D-FB7634FB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확장 매출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7E514-4321-406C-99C6-024FB41C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76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회원몰·지역 연계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1E52B-7D87-42E0-8D65-F9C22367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198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01  IR PROPOSAL</a:t>
            </a:r>
          </a:p>
        </p:txBody>
      </p:sp>
    </p:spTree>
    <p:extLst>
      <p:ext uri="{BB962C8B-B14F-4D97-AF65-F5344CB8AC3E}">
        <p14:creationId xmlns:p14="http://schemas.microsoft.com/office/powerpoint/2010/main" val="12852337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69917-82A3-4E8C-AA82-A825AA10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D3F83-A362-4BD1-AEFF-D6A8050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0A1DF-D3CB-41ED-A6A8-7837493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BD7DD-C247-426A-B86B-37133A3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A1BBC-867D-4130-A05D-8CE532FE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시장 공백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66D63-E0CF-442C-B3EC-12F54E6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홈가드닝은 커졌지만 구매 이후 관리는 여전히 검색과 경험에 의존합니다.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08DE1-BC57-4925-AC3D-34763421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46123-A89B-4766-A5C6-728FCA2C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02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A06AE-62ED-4AF4-B11F-2F1A0AE3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5CDBE-F257-4657-AD4B-32D66B6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식물 구매 이후 관리 실패가 잦음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C8BCE-C4BE-456F-AEF5-499EE1EA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D0BA2-4EB6-4753-BDA3-E27A105A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지역·날씨·화단 조건이 서비스에 반영되지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D133-5AA3-40A8-8BB1-F142377C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AC1AB-02FB-42AF-B4DD-77AF75E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커머스는 내 정원 데이터와 연결되지 않음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8440B-FC63-4D0C-A29A-7FF07D55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58AD2-218D-4A8D-B440-DCF17397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투자 관점의 공백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42E7B-369B-4495-9548-B1D46159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구매 이후의</a:t>
            </a:r>
          </a:p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관리 데이터가</a:t>
            </a:r>
          </a:p>
          <a:p xmlns:a="http://schemas.openxmlformats.org/drawingml/2006/main">
            <a:pPr algn="ctr">
              <a:def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비어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D8B4A-187E-4995-8930-0BD614D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검색 정보가 아니라 내 정원 기준의 답이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117433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FEEF3-E8B2-4E0A-B33E-0BF4CBC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0B63F-F713-4740-99A3-298F3DBA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C22C2-2310-49D5-9E6F-D79038D1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08C94-FCCD-4334-A326-AA60B5DB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8F384-138F-4F29-89CC-B3DBE7BF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플랫폼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CF14F-0A79-4AFE-B14C-9931E996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정원집사는 개인 정원 데이터를 중심으로 관리와 매출 접점을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77E41-5302-4A78-82F8-BF8BED80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F0CCB-0EDA-47C7-9258-E567AA7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03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53F31-687C-4DBA-AA4D-6C84CD7B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2A71-1B32-4A85-841B-47842C4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516D1-8703-4FB6-93AA-3D5FC14E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84B27-1A1F-440A-AC4C-26CEE6D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식물·품종 기준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DED80-FB60-448C-9AFC-C139E0E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39945-F4C2-4A17-B598-17F32C7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6008C-0BC8-415F-AED7-19E69A46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내 정원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83EEC-1872-40AF-9576-93965C0B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위치·수량·수령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82B87-D2AA-4443-91FD-993ADA8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B9986-9EF4-4FC6-BC67-5E8D338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8187F-82E0-4C7E-BB88-F1558C0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화단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148EB-49BA-475D-B863-BE033CC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공간별 식재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2909F-6B60-4F55-B7A8-AF56F672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B1D8E-D823-4B27-96B3-C6F5F204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677FC-CD77-49F5-BF5D-0FBF9C3B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AI 정원집사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19588-1855-4E6D-A542-0C7B1D25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질문 이해·관리 판단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7AD46-29B6-4BE2-BE92-3227202D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9DCE6-CA80-42E9-AE5D-0F58882A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DCAB5-FFFD-45B6-9903-EFFD234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행동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F2C31-721E-4CC9-800A-A0A1E364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물주기·전지·병해충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A8A4D-50BE-45D7-BB83-F8C66D4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9393F0-F44E-48D6-960F-75C6653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2FAE0-B4B1-4ADC-A38A-B5C0CB2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81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쇼핑몰/지역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F0478-2F2B-4173-998E-EBD6C267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구매·전문가 연결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ECEF3-95BD-4C7F-A9D5-94D01EF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8652F-714A-4B61-A657-9D79F72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EEFA2-A5C8-4864-9293-F4CA3B3D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24257-D529-4439-ACEF-044348C6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F3D60D-473E-4B13-A57B-1B7E411C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95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D8D463-FE7B-484D-BF2F-68DB8BD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9D840-1FE4-469F-B227-182C2260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53492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30F2B-D95D-49ED-BB65-65B049FB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613E7-51C3-4F6A-A50F-8C5571C1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EDEA0-5633-44B3-885E-C090A7C8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FA0B5-BCAA-48EA-BE32-9F6A6C70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275DA-AEBA-496D-B9E0-0EE35DAD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데이터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FF03C-AD69-46E1-88A6-143F48A2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정원집사의 장기 가치는 누적되는 개인 정원 데이터입니다.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C8BC1-65D4-496F-8DA3-289EFE0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3C23-5912-4074-ACD4-64DFE111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04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9D5F5-9329-420D-BE7E-9598EEC1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56AFC-EE0D-4221-B6FE-F77A9EC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30644-3703-455B-A06A-1AC7FCF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식물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3396C-2913-46E0-AF27-BF7351F1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품종·생육·관리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5DBDB-E5E2-4A66-BC16-878809B1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54345-66A4-42E6-A15E-5C545E30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41FD4-3CEE-481E-86E1-06EAE44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공간 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C99D2-449C-497C-A5E2-D622C353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정원·화단·위치·환경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A4DFE-4B20-4314-B492-E829EADA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BDA25-7FE0-4F3E-87F6-52AF4122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DE56-B5DF-4492-A465-CD22655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행동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62A23-3A6B-4FF7-A96F-FDB323C5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물주기·전지·병해충·수확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6340C-67AE-4A26-B93D-42A7E623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6B67F-84CF-4BD3-BC34-C89AD000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4490F-9A36-42BF-A3B7-DF4AC82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거래 데이터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930A0-C8E5-40CA-A7A6-38615979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묘목·자재·키트 구매 이력</a:t>
            </a:r>
          </a:p>
        </p:txBody>
      </p:sp>
    </p:spTree>
    <p:extLst>
      <p:ext uri="{BB962C8B-B14F-4D97-AF65-F5344CB8AC3E}">
        <p14:creationId xmlns:p14="http://schemas.microsoft.com/office/powerpoint/2010/main" val="9660492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18018-3D6E-4279-A971-5EEAD16C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16400-D2A2-4642-A7BC-21362BA9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6D106-84F6-48C7-AD59-42BB994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7968C-4882-4C59-8225-8CBD516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CE673-5D6E-49FA-82DE-1A6AFEB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성장 루프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9F099-4948-46C2-B4B4-071D911A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추천과 실행이 반복될수록 데이터와 구매 전환이 강화됩니다.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B55AD-5DA5-4EA8-91CC-15B242A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844F0-5B77-4A0E-8F9F-39DBE554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05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4DB07-094B-4252-9A69-27BF55D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A2B2E-116F-4327-8A09-23BEEE1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3F0BF-5E60-4CF0-AC8A-A29F4FBF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등록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7B9A3-6601-4F4F-890B-E5AAF875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28DF1-3A4F-4878-B044-93BF33F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내 정원과 식물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A9D58-6036-49B6-A805-23445919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AC2D1-A04C-4E50-8D2D-6DF7BFE0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EEE0F-4F5F-4A9B-ABE0-FEF4F9B9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2271F-58C8-42E7-A851-10E403E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453BF-573F-4B4F-88CA-25D0218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AI 관리 상담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60B01-4311-44E8-9925-ABF88B5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1430">
            <a:solidFill>
              <a:srgbClr val="064E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E5513-5BBB-4596-926C-4778599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BF768-1CE0-4918-A62C-1702AD6C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7D965-C329-4E8D-826E-9A2CD074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E1D40-6D74-4C12-A2AB-5451D9E6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관리 행동과 상품 제안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A5FF0-F917-4E8C-990C-0613A7B2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25DC6-DD0F-4114-88FC-3684A42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5FF82-70B3-4EB7-A6A8-26921E8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27016-F082-4E1F-B87C-656DEB94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B0E98-17F0-46D8-B74A-5D3BD5D7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구매·식재·관리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77805-B844-42A4-A74A-CB02CFD6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FB59E-0818-485D-AFDE-8C17C84A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14FBB-6C82-4306-9E3D-E24F593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DC83F3-572F-419D-8A0E-7A7423DB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결과 데이터가 다음 추천 강화</a:t>
            </a:r>
          </a:p>
        </p:txBody>
      </p:sp>
    </p:spTree>
    <p:extLst>
      <p:ext uri="{BB962C8B-B14F-4D97-AF65-F5344CB8AC3E}">
        <p14:creationId xmlns:p14="http://schemas.microsoft.com/office/powerpoint/2010/main" val="19882371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76E74-E3AE-447A-AA7B-3F86A5D7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536E7-02E4-4320-95BE-635FC4C1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CACD6-7E48-4331-97CE-F37F73E2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CA1A5-FC5B-4F20-8546-79A40D94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7EC89-97CE-4360-8056-890003C8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차별화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1A1DE-B0A5-4AC4-97ED-568C823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 앱과 쇼핑몰 사이의 빈 영역을 관리 플랫폼으로 차지합니다.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960D5-2497-47A9-BAFE-2D9F617A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933D4-E48C-4B88-AAFD-95D9289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06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25369-C988-43EA-A9D3-46980FFB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46473-8541-40B1-8898-827E6D7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D63A1-6CF5-443D-A0D3-6BDA0F90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도감보다 깊게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35EF1-D152-44B2-9C1E-8E5902B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내 식물과 위치에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B1446-1928-48EB-807C-F5D43A3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2C56E-A7F1-4BCD-B922-1CE028A8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4748F-8709-436D-A941-D13F9DD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쇼핑몰보다 정확하게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70834-7C24-47D4-AC3E-B03ECC06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조건 기반 추천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997E0-F286-421D-8A58-D6FFA36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DB19A-94C4-41DD-A9CB-B76A866B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7C917-4E07-4F58-8BAC-EDE65FF9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커뮤니티보다 실행력 있게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FE2EA-9750-40F8-A8D6-5DEF3191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오늘 할 일 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BE752-0C3D-4154-9F50-24D3E83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B28B9-45C8-44D5-9B4E-9C46F60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26B07-6226-4683-ADFC-874163AC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지역보다 넓게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EBC9E-EC12-4D76-9650-EAC715F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디지털 기록과 파트너 네트워크</a:t>
            </a:r>
          </a:p>
        </p:txBody>
      </p:sp>
    </p:spTree>
    <p:extLst>
      <p:ext uri="{BB962C8B-B14F-4D97-AF65-F5344CB8AC3E}">
        <p14:creationId xmlns:p14="http://schemas.microsoft.com/office/powerpoint/2010/main" val="1378087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24BAF-F133-41FD-ACE9-8172CA77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DA3F1-8ED4-4584-88D2-E52117CC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3632F-09A8-4370-ACAA-5C46FF2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AB11F-6EA5-4819-A23C-95CD47C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C0801-B02A-414B-A3A4-E32D684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매출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CF12E-8C08-4163-A619-4875FA1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구독과 커머스, 지역 연계가 하나의 데이터 흐름 위에 쌓입니다.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C80A5-B18C-4A27-B326-73C948FD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0EF03-532E-436C-989B-6B3D34A1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07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A9D27-B44E-48AB-91BD-AA0108BF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2F5B9-6700-472D-85AC-BB8BB0E5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구독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FED27-B0E9-4A8C-985D-A13A6CA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AI 상담·관리 리포트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35658-29E9-4A0C-8AE8-C4C9CF57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2A786-B68D-431C-B68C-FD31550D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D0BA4-E2E8-4258-9B00-D89536D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묘목·자재·계절 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27455-82A9-446F-B6EB-051A3A38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12D89-643A-4312-88E2-F7BC20F9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매칭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A6139-5E3F-4A7B-96C3-8EFA43E7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전문가·정원센터 연계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E1BF6-92C2-44EE-A42D-D6F587F5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1428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701D9-C248-4B75-A039-7B7DEBB7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B2B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DCC17-BF69-40F0-9811-6DB0CF21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업체용 고객 관리 도구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FCE8D-572A-4D7E-8111-53304727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반복 관리가</a:t>
            </a:r>
          </a:p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반복 매출로</a:t>
            </a:r>
          </a:p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전환됩니다.</a:t>
            </a:r>
          </a:p>
        </p:txBody>
      </p:sp>
    </p:spTree>
    <p:extLst>
      <p:ext uri="{BB962C8B-B14F-4D97-AF65-F5344CB8AC3E}">
        <p14:creationId xmlns:p14="http://schemas.microsoft.com/office/powerpoint/2010/main" val="11420209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E3033-E7C3-4708-B846-49B0A128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6B754-7E3C-483E-9AE1-665EA37F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42A9B-51EE-4138-BDDB-04B2A3B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D6771-2AC5-4D56-BC1D-A8B3BA5A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E0AEF-7CB8-4C31-88C8-5472BD12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초기 진입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C2428-9138-4D40-865C-A51CAA0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블루베리와 유실수는 문제 인식이 뚜렷한 웨지입니다.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20779-A9D4-4218-9D52-9ED5B2F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00D3-8459-49F9-B29C-C7C57A05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08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4B70C-64A3-492B-832F-63BCE033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FA77C-06F4-42E4-92C0-06F23E7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2F8B9-17D5-48FC-83C4-112DCF10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품종 복잡성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1AA04-36AC-46AC-A8D4-8875EC70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계열·숙기·수분·월동 리스크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53D30-05FD-4795-96A3-AE9C6F9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6EB34-E560-4EB1-9E54-4B65A263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FBC06-A39E-4B04-A755-17B3C69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수확 목표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1455C-B10B-4640-A0D6-3C86B2B2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과실 크기와 품질이라는 명확한 성과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E19C9-2718-4111-9063-6FB967B0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68D13-05E8-45AE-BC97-459B789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5923F-F267-4C1E-AAED-F593815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관리 난이도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A4206-0C61-49B9-BF94-D1783A8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전지·꽃눈·장마·병해충 판단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C68F2-FAA3-40C0-8EEC-05C95979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15681-64A3-482F-8AA7-49F7D84C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F97A2-1E63-4A61-9370-CC252EEF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구매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60A4D-C25A-4EFD-8D8E-BFF7895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묘목·토양·방조망·전지 도구 수요</a:t>
            </a:r>
          </a:p>
        </p:txBody>
      </p:sp>
    </p:spTree>
    <p:extLst>
      <p:ext uri="{BB962C8B-B14F-4D97-AF65-F5344CB8AC3E}">
        <p14:creationId xmlns:p14="http://schemas.microsoft.com/office/powerpoint/2010/main" val="8665369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21631-EFDF-40EB-93BE-8FA95279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AAB98-6AA9-4DBD-898F-D11C2A7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5411C-36D2-44A4-A4D0-7B9A83E1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ECAD8-7241-4FCD-B60B-E9E5FE08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77FAF-32DE-4321-9956-6E3C4AD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회원몰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7F5E7-2635-4659-97AD-949581C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 데이터가 상품 추천의 정확도를 높입니다.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03099-FF25-43A4-9B8D-E6584F1D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4A635-30AA-45AE-B917-A7422AED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09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5F2A5-F3A3-4201-A4C4-0A550EF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D9EFB-704F-4D9F-BFD8-BAE20B26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13850-D80B-4DDA-910D-1BA10F1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조건 기반 추천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D175E-6D17-4FEE-95DC-F16C64CD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지역·재배방식·기존 식물 고려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91C8B-67F2-4FAD-8990-685ECBC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BA733-66ED-4169-A33B-707B35B4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1C8FB-4436-4B3A-A227-C748596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키트화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A1460-61A3-44C8-851F-BFB94958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계절 관리 패키지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AD7B5-254D-4596-AD27-AD392FEE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A9C6-D417-4601-9CA1-4F8455A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26DBD-80CC-4083-AE7F-EDE7E5D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예약 판매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3AEFF-A1A8-4C1A-8686-E66FF5A3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품종 묘목 사전 수요 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04D5A-D589-4913-B0FC-5A80898C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A2C79-1FF4-4AF1-A57A-CA55BB9C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C319F-0969-4D94-98BD-9FD7512D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재구매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8F4DD-CDB5-4CC1-97CE-3E884CA8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비료·자재 소모 주기 연결</a:t>
            </a:r>
          </a:p>
        </p:txBody>
      </p:sp>
    </p:spTree>
    <p:extLst>
      <p:ext uri="{BB962C8B-B14F-4D97-AF65-F5344CB8AC3E}">
        <p14:creationId xmlns:p14="http://schemas.microsoft.com/office/powerpoint/2010/main" val="13689938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640F4F-04CE-4328-9201-0432E86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17AD-B3DF-4FCF-BB9A-6F64C0A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F6D28-263C-4783-AB58-2173380C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A4AAC-ACB8-42F5-8183-6CF3B9CB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30D89-205F-4392-9359-B84E1F8F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지역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2D64-6D04-46D1-B5C3-16482F9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정원 관리는 지역성이 강해 파트너 네트워크가 방어력을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C2806-7016-4819-B1C5-42FC3F55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58CF6-95F4-4FEE-8902-CB9ACCA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10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26C74-8029-4885-AD0A-0685A707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89E12-F960-40E1-80BA-734888C1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D6FFB-A72A-4AF4-8B18-706889DF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공급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56D2C-2DEC-4B62-A5C1-7ED83BB8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정원센터·묘목장·농가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F72A9-8E65-4F6A-A95D-D8866FDB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07A24-FB94-43E8-8A1A-ECCFFF9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BEA64-9C07-41A3-8FFE-1DBE58C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9CF75-1E47-4C53-8EBA-8D59C484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전지·방제·관리 대행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0D92E-4AEE-4B13-B8EF-031CFD1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9923-52C0-44BD-99C2-5E09AD52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6FFA3-B1E8-410C-86C1-D28A32C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경험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96800-5E68-47A2-BF42-9108D0A7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수확 체험·교육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A8727-00B2-48BB-9D10-614CE6B9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6F35E-32E3-4C3E-AD97-F7C2A36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7CFCC-77B0-4BEC-A8CE-CC47BFB3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수요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23D91-B07F-46C3-9757-8884BF2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지역별 공동구매와 추천</a:t>
            </a:r>
          </a:p>
        </p:txBody>
      </p:sp>
    </p:spTree>
    <p:extLst>
      <p:ext uri="{BB962C8B-B14F-4D97-AF65-F5344CB8AC3E}">
        <p14:creationId xmlns:p14="http://schemas.microsoft.com/office/powerpoint/2010/main" val="5798713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56B26-29AB-471C-B346-9CCC09A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C92A-FEB2-4EFC-9512-60CF535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D564-6F89-4B6B-8B17-5F4CB71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366A0-30AE-4F4C-9BCF-93656AD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F8CBD-02FA-4B83-B450-1157122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12개월 로드맵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12B0D-94C1-4F4A-BDEE-E5ED4512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제품 데이터 기반을 만든 뒤 거래와 지역 네트워크를 붙입니다.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4811-58AC-421F-8B86-A1C83F0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정원집사 | AI 개인 정원 관리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3FFD5-9BC0-4FD7-A15D-708AD5B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11  IR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EAAE3-F9A1-4190-9227-9C6C05C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D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564D2-2733-4127-A4CF-3EAA9C17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35F9C-4F7B-46D3-B020-2E19376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2F84F-D623-4E41-8C60-27053F5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0~3개월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28551-2C7E-43E4-91E2-D1D15F6C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데이터 구조와 AI 추천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CB734-2140-4260-A2A4-0281F1DA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64779-75E3-472E-8FF6-3E793971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110F2-E88A-4C47-932F-3F6B2CD1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3~6개월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E2628-FB1A-4042-B402-7E856EF7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날씨·계절 관리 자동화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CA872-90A1-49A6-9B3D-8A94137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71021-0F4F-4C03-9AA6-F50CA22A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B6262-B6CE-4FFA-B3F3-75B4DD6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6~12개월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21A9D-369D-458A-9073-CF5BA916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회원몰 베타와 제휴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A9446-9004-4DA6-9C0F-F7D1EFE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62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9E720-85B4-4DBC-8E2C-17F1D89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956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1A63A-409C-41E3-BC04-82BAD355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86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016"/>
                </a:solidFill>
                <a:latin typeface="Malgun Gothic"/>
                <a:ea typeface="Malgun Gothic"/>
                <a:cs typeface="Malgun Gothic"/>
              </a:rPr>
              <a:t>12개월+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9B093-879D-45E5-A32C-B8457FC4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067"/>
                </a:solidFill>
                <a:latin typeface="Malgun Gothic"/>
                <a:ea typeface="Malgun Gothic"/>
                <a:cs typeface="Malgun Gothic"/>
              </a:rPr>
              <a:t>지역 네트워크와 B2B 확장</a:t>
            </a:r>
          </a:p>
        </p:txBody>
      </p:sp>
    </p:spTree>
    <p:extLst>
      <p:ext uri="{BB962C8B-B14F-4D97-AF65-F5344CB8AC3E}">
        <p14:creationId xmlns:p14="http://schemas.microsoft.com/office/powerpoint/2010/main" val="12369214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0460C-B536-4D43-82B1-6DFE5227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0D45D-41C1-43D3-B68F-AD420C0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투자 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6F3A4-332F-43D7-8C47-7F0C5D94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76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정원집사는 관리 데이터를 가진 커머스 플랫폼으로 성장할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47583-AB7E-4BAD-BB9E-4AE84D9A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FAE5"/>
                </a:solidFill>
                <a:latin typeface="Malgun Gothic"/>
                <a:ea typeface="Malgun Gothic"/>
                <a:cs typeface="Malgun Gothic"/>
              </a:rPr>
              <a:t>초기에는 개인 정원 관리 문제를 해결하고, 장기적으로는 정원 데이터 기반 쇼핑몰과 지역 네트워크를 결합합니다.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84DF-8354-4ED4-BC11-24A63E09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20644-2B3E-4B32-A20B-C865847B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80828-88E7-4FC5-947D-6CB9EA1F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9F589-6DAC-44D9-9FD4-367DAAAD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구매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D4E33-67FB-4B63-994E-FFD854D9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838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7A4D0-DAE8-495B-AF27-16585ACB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149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BF7D0"/>
                </a:solidFill>
                <a:latin typeface="Malgun Gothic"/>
                <a:ea typeface="Malgun Gothic"/>
                <a:cs typeface="Malgun Gothic"/>
              </a:rPr>
              <a:t>지역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B9385-D40E-4CAE-B125-3FAC7C4C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198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12  IR PROPOSAL</a:t>
            </a:r>
          </a:p>
        </p:txBody>
      </p:sp>
    </p:spTree>
    <p:extLst>
      <p:ext uri="{BB962C8B-B14F-4D97-AF65-F5344CB8AC3E}">
        <p14:creationId xmlns:p14="http://schemas.microsoft.com/office/powerpoint/2010/main" val="1181930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2026-07-02T02:40:48.6290000Z</dcterms:created>
  <dcterms:modified xsi:type="dcterms:W3CDTF">2026-07-02T02:40:48.6290000Z</dcterms:modified>
</coreProperties>
</file>